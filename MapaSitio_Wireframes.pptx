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F7CF2-D4BD-7652-A8DB-D459F672F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975EE1-2F3D-AA61-CDDF-80D5A74C8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22B070-D18E-DEF5-F1D4-897D4AB6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6D1CE7-B2B7-A934-6B92-E6F8D3AB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11C900-B3F9-8BFC-589B-61536C46D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508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66891-B07B-2A34-49B9-E04149F4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FB364-A3E1-D9E1-FDF3-4F9337B3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F3E4B-372C-DAC4-3E62-CA4A73615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DA729A-5CF4-4833-CD2F-2336680C5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30E29-6304-F2D4-3A2C-A6508D92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873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A6953-C443-0513-7FB3-0C1B512D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CCABC5-308D-5B33-34DC-8E1B65F82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E255F9-5F63-2E92-ED4B-939C8F2E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D484D1-3775-A7EA-A542-D5D5F0510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DBBDCB-7DEB-F9A1-3A5F-E13EEC2F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25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3BDA5-3805-87AA-B6DA-053C45D4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6E704A-F781-1F3F-199B-BEA185B66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1E7BEC-C78C-91D7-64CF-1B300CEBE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11DE74-5D86-662C-90C4-953FE97B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5F85A6-5929-8258-1952-42199D1FE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D8FC61-11C4-7BDE-6246-1B19900F4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233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30179-9B24-C4A6-5536-F3E7B2D8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DDD85-1258-17D2-42ED-EB378BE8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B2D8FF-8098-8BE3-6FA4-1D47A801C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3F4959-8A11-4692-7282-6B15F30F9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D960EA-DC8A-4369-8AE8-DFEB003CB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13743B-C55E-E0DC-A981-C3AFE5FC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39E3D2-8B9F-6D5B-E022-230AED20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EC6D30-0757-B482-1C18-90AC9B07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049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E6D32-F499-2394-D618-D57A30C6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1C1832-4D8D-94FA-A90D-0A4D6A301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3E89B5-7427-2833-6967-BEA16CFD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898411-ECB2-B31C-3812-B6CE5666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026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8FCA48-55CF-6A43-CFC1-A4A2BC6F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56C8BAE-8222-56C2-9021-15AE2C96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B8FBF0-38B6-B892-D2F6-16BCAE0E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029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DB89C-FA01-0D47-20B8-9D545BDF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DF4074-0E9B-1BA8-3240-6F00BD95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D2AF5A-8DE5-2CBA-38EC-7F6810B89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F72401-47E3-A6C1-2C4E-5293D873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246B7C-0C6B-8A93-FE65-76C4C7672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DDF858-6601-C6DA-2A3F-B619B313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441C2-032B-9C3E-19A6-B1F8B5F1A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3669B8-7AB4-D253-1C51-14B9D5485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3E86125-EEB0-77D6-0F89-49593688F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2CE229-9071-5FE5-77E6-6957A021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3621C5-643E-47FF-2B70-4B856231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F1E238-0BDB-D845-55AD-D65148E9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741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C9FAB-6A5A-E3AD-2FAE-0216CF91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BA6AB7-D553-B23A-E415-C72932B2F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715DB3-6FF5-2E00-B2F3-1E6AB45F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0AC0C4-3C59-F108-7734-7C612E52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EC2460-058A-7E6A-F646-A4B49F64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2069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C507B0-F8AF-C49F-FF71-7102FD7FE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0D3277-B0D0-128C-5141-852B9040C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664E55-6CCA-5417-2B52-9DBACBCA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B1208-BE52-8287-53AC-75C9DE92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382C4-0A0B-FD49-A53C-D058C913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519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E82261-30A1-18B2-9903-18CEFA61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8520D-EBF2-3509-E251-435A0F23C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A759E3-3AF3-A26B-0B28-96D1A056E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5887F-BD45-4619-A792-8DC94C4C8E21}" type="datetimeFigureOut">
              <a:rPr lang="es-MX" smtClean="0"/>
              <a:t>24/05/2026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243E4-4568-466C-D36C-64E33A64F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7B3CBF-3D95-1631-8835-2F0C82321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DED44-D245-45D5-96CE-BCDCBC26A00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741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7B3EFF8-1622-3DE0-F994-C08501CCA81D}"/>
              </a:ext>
            </a:extLst>
          </p:cNvPr>
          <p:cNvSpPr/>
          <p:nvPr/>
        </p:nvSpPr>
        <p:spPr>
          <a:xfrm>
            <a:off x="0" y="0"/>
            <a:ext cx="9842015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AB3620-8FEB-E895-6685-055BC0EF4BFC}"/>
              </a:ext>
            </a:extLst>
          </p:cNvPr>
          <p:cNvSpPr txBox="1"/>
          <p:nvPr/>
        </p:nvSpPr>
        <p:spPr>
          <a:xfrm>
            <a:off x="2031223" y="3853927"/>
            <a:ext cx="64636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Profesor: Alfredo Toriz Palacios </a:t>
            </a:r>
          </a:p>
          <a:p>
            <a:endParaRPr lang="en-US" dirty="0"/>
          </a:p>
          <a:p>
            <a:r>
              <a:rPr lang="en-US" dirty="0"/>
              <a:t>Alumno:  Sánchez Martínez Alberto Enrique</a:t>
            </a:r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4E0629-8FD4-79CC-548D-9CFAB0208490}"/>
              </a:ext>
            </a:extLst>
          </p:cNvPr>
          <p:cNvSpPr txBox="1"/>
          <p:nvPr/>
        </p:nvSpPr>
        <p:spPr>
          <a:xfrm>
            <a:off x="2031223" y="401944"/>
            <a:ext cx="67498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masis MT Pro Medium" panose="02040604050005020304" pitchFamily="18" charset="0"/>
                <a:cs typeface="AngsanaUPC" panose="020B0502040204020203" pitchFamily="18" charset="-34"/>
              </a:rPr>
              <a:t>Benemérita  Universidad Autónoma de Puebla</a:t>
            </a:r>
            <a:endParaRPr lang="es-MX" sz="2400" b="1" dirty="0">
              <a:latin typeface="Amasis MT Pro Medium" panose="02040604050005020304" pitchFamily="18" charset="0"/>
              <a:cs typeface="AngsanaUPC" panose="020B0502040204020203" pitchFamily="18" charset="-34"/>
            </a:endParaRPr>
          </a:p>
        </p:txBody>
      </p:sp>
      <p:pic>
        <p:nvPicPr>
          <p:cNvPr id="15" name="Imagen 14" descr="Archivo:Logo de la BUAP.svg - Wikipedia, la enciclopedia libre">
            <a:extLst>
              <a:ext uri="{FF2B5EF4-FFF2-40B4-BE49-F238E27FC236}">
                <a16:creationId xmlns:a16="http://schemas.microsoft.com/office/drawing/2014/main" id="{0D2BA395-0FA1-11D2-E31D-F204CF6A1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601" y="131297"/>
            <a:ext cx="2143125" cy="2143125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D6D468C-E5B0-683C-ED30-DB94FE4CFF6C}"/>
              </a:ext>
            </a:extLst>
          </p:cNvPr>
          <p:cNvSpPr txBox="1"/>
          <p:nvPr/>
        </p:nvSpPr>
        <p:spPr>
          <a:xfrm>
            <a:off x="2031223" y="2881179"/>
            <a:ext cx="4955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Desarrollo de Aplicaciones Web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16636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D18C7B8-55A1-2E37-2652-9B53497853E4}"/>
              </a:ext>
            </a:extLst>
          </p:cNvPr>
          <p:cNvSpPr/>
          <p:nvPr/>
        </p:nvSpPr>
        <p:spPr>
          <a:xfrm>
            <a:off x="5479420" y="2638497"/>
            <a:ext cx="2149887" cy="879499"/>
          </a:xfrm>
          <a:prstGeom prst="round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Inicio</a:t>
            </a:r>
            <a:endParaRPr lang="es-MX" sz="2400" b="1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770D738-E219-EAE6-7133-A937D7BCB329}"/>
              </a:ext>
            </a:extLst>
          </p:cNvPr>
          <p:cNvSpPr/>
          <p:nvPr/>
        </p:nvSpPr>
        <p:spPr>
          <a:xfrm>
            <a:off x="411828" y="4976849"/>
            <a:ext cx="1710138" cy="60727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Panadería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0F2D2B5-01A6-1DB3-0890-ED1C07F18C44}"/>
              </a:ext>
            </a:extLst>
          </p:cNvPr>
          <p:cNvSpPr/>
          <p:nvPr/>
        </p:nvSpPr>
        <p:spPr>
          <a:xfrm>
            <a:off x="3450521" y="4921007"/>
            <a:ext cx="1710138" cy="60727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Pastelería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07ED018-7167-318C-1EFF-9044FA6E88E4}"/>
              </a:ext>
            </a:extLst>
          </p:cNvPr>
          <p:cNvSpPr/>
          <p:nvPr/>
        </p:nvSpPr>
        <p:spPr>
          <a:xfrm>
            <a:off x="6342632" y="4921005"/>
            <a:ext cx="1710138" cy="60727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Cursos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A23A236-220C-0A02-95B2-B22159E02288}"/>
              </a:ext>
            </a:extLst>
          </p:cNvPr>
          <p:cNvSpPr/>
          <p:nvPr/>
        </p:nvSpPr>
        <p:spPr>
          <a:xfrm>
            <a:off x="9525581" y="4921005"/>
            <a:ext cx="1710138" cy="607273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Comentarios</a:t>
            </a:r>
            <a:endParaRPr lang="es-MX" dirty="0">
              <a:solidFill>
                <a:schemeClr val="tx1"/>
              </a:solidFill>
            </a:endParaRPr>
          </a:p>
        </p:txBody>
      </p: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95CC7CF5-0C9E-4473-E5DA-09671181873B}"/>
              </a:ext>
            </a:extLst>
          </p:cNvPr>
          <p:cNvCxnSpPr>
            <a:cxnSpLocks/>
            <a:stCxn id="4" idx="3"/>
            <a:endCxn id="8" idx="0"/>
          </p:cNvCxnSpPr>
          <p:nvPr/>
        </p:nvCxnSpPr>
        <p:spPr>
          <a:xfrm>
            <a:off x="7629307" y="3078247"/>
            <a:ext cx="2751343" cy="1842758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3DF7FC25-4153-A257-57D9-B149795B1083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174528" y="3897831"/>
            <a:ext cx="1403009" cy="64333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60EE7DD3-5E3D-372A-94B0-9ECB7C50729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4728472" y="3095114"/>
            <a:ext cx="1403011" cy="224877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6D5EFF73-2A33-5457-76B6-60E89FD3B508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1266898" y="3078247"/>
            <a:ext cx="4212523" cy="1898602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EE39FB3-A434-13CB-38E0-BC72E1AB1751}"/>
              </a:ext>
            </a:extLst>
          </p:cNvPr>
          <p:cNvSpPr/>
          <p:nvPr/>
        </p:nvSpPr>
        <p:spPr>
          <a:xfrm>
            <a:off x="0" y="0"/>
            <a:ext cx="12192000" cy="12354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3311E48-0292-6465-D144-1B104232540E}"/>
              </a:ext>
            </a:extLst>
          </p:cNvPr>
          <p:cNvSpPr txBox="1"/>
          <p:nvPr/>
        </p:nvSpPr>
        <p:spPr>
          <a:xfrm>
            <a:off x="528747" y="325355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Mapa de Sitio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40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F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A7FFE-C34C-1709-7D6F-93C2BE9E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DD10081-BD58-EB1C-B4C3-42FCDF08087F}"/>
              </a:ext>
            </a:extLst>
          </p:cNvPr>
          <p:cNvSpPr/>
          <p:nvPr/>
        </p:nvSpPr>
        <p:spPr>
          <a:xfrm>
            <a:off x="0" y="-69803"/>
            <a:ext cx="12192000" cy="12354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ED14AD-4B13-8721-201A-FEDD41C1413B}"/>
              </a:ext>
            </a:extLst>
          </p:cNvPr>
          <p:cNvSpPr txBox="1"/>
          <p:nvPr/>
        </p:nvSpPr>
        <p:spPr>
          <a:xfrm>
            <a:off x="4807581" y="255553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WireFrames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B0847B-3551-9FCF-C1C3-160E8640D082}"/>
              </a:ext>
            </a:extLst>
          </p:cNvPr>
          <p:cNvSpPr txBox="1"/>
          <p:nvPr/>
        </p:nvSpPr>
        <p:spPr>
          <a:xfrm>
            <a:off x="150656" y="1266512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Inicio</a:t>
            </a:r>
            <a:endParaRPr lang="en-US" sz="18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B86B146-A90E-45A2-48A3-B2678081C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469" y="1266512"/>
            <a:ext cx="8505521" cy="530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5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F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B38F6-1FCD-8304-6123-067B0165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FEAA4FE-0B95-4762-36DF-2046AFE1FB06}"/>
              </a:ext>
            </a:extLst>
          </p:cNvPr>
          <p:cNvSpPr/>
          <p:nvPr/>
        </p:nvSpPr>
        <p:spPr>
          <a:xfrm>
            <a:off x="0" y="0"/>
            <a:ext cx="12192000" cy="12354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492481-06E6-C7B2-BB44-90841A56A069}"/>
              </a:ext>
            </a:extLst>
          </p:cNvPr>
          <p:cNvSpPr txBox="1"/>
          <p:nvPr/>
        </p:nvSpPr>
        <p:spPr>
          <a:xfrm>
            <a:off x="528747" y="325355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Panadería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20490F-771D-715F-9784-130562EDF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653" y="1285740"/>
            <a:ext cx="8898420" cy="557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3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F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A341B-2D6D-1DFF-7533-B66274EF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B3511B0-8E6E-E7C1-9EC6-7C4143CC7348}"/>
              </a:ext>
            </a:extLst>
          </p:cNvPr>
          <p:cNvSpPr/>
          <p:nvPr/>
        </p:nvSpPr>
        <p:spPr>
          <a:xfrm>
            <a:off x="0" y="0"/>
            <a:ext cx="12192000" cy="12354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978658-7E20-4F1E-4A26-47F74680E37C}"/>
              </a:ext>
            </a:extLst>
          </p:cNvPr>
          <p:cNvSpPr txBox="1"/>
          <p:nvPr/>
        </p:nvSpPr>
        <p:spPr>
          <a:xfrm>
            <a:off x="528747" y="325355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Pastelería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AC9002-2551-5338-9525-58D26EBA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51" y="1235485"/>
            <a:ext cx="8915966" cy="56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9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F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EC2E8-FB24-F399-8F05-7743F451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9FBCA87-8882-CA1C-2AAC-D9EE7065A1CA}"/>
              </a:ext>
            </a:extLst>
          </p:cNvPr>
          <p:cNvSpPr/>
          <p:nvPr/>
        </p:nvSpPr>
        <p:spPr>
          <a:xfrm>
            <a:off x="0" y="0"/>
            <a:ext cx="12192000" cy="107681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53BEDF-6C65-71AB-4BAE-D00AA72458E6}"/>
              </a:ext>
            </a:extLst>
          </p:cNvPr>
          <p:cNvSpPr txBox="1"/>
          <p:nvPr/>
        </p:nvSpPr>
        <p:spPr>
          <a:xfrm>
            <a:off x="333303" y="178772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Cursos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BF802C-C170-78FA-6609-279EC057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527" y="1076811"/>
            <a:ext cx="9286982" cy="578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0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F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D8CA59-83C2-5DC2-B1E3-2BDA3759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8F5DFA1-39FF-2F9F-7A1E-81AA817E3CF4}"/>
              </a:ext>
            </a:extLst>
          </p:cNvPr>
          <p:cNvSpPr/>
          <p:nvPr/>
        </p:nvSpPr>
        <p:spPr>
          <a:xfrm>
            <a:off x="0" y="0"/>
            <a:ext cx="12192000" cy="123548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402F49-DF17-ED71-BCEF-0FFB122808BE}"/>
              </a:ext>
            </a:extLst>
          </p:cNvPr>
          <p:cNvSpPr txBox="1"/>
          <p:nvPr/>
        </p:nvSpPr>
        <p:spPr>
          <a:xfrm>
            <a:off x="528747" y="325355"/>
            <a:ext cx="6097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</a:rPr>
              <a:t>Comentarios</a:t>
            </a:r>
            <a:endParaRPr lang="en-U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602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</Words>
  <Application>Microsoft Office PowerPoint</Application>
  <PresentationFormat>Panorámica</PresentationFormat>
  <Paragraphs>21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Amasis MT Pro Medium</vt:lpstr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SANCHEZ MARTINEZ</dc:creator>
  <cp:lastModifiedBy>ALBERTO SANCHEZ MARTINEZ</cp:lastModifiedBy>
  <cp:revision>1</cp:revision>
  <dcterms:created xsi:type="dcterms:W3CDTF">2026-05-25T01:09:18Z</dcterms:created>
  <dcterms:modified xsi:type="dcterms:W3CDTF">2026-05-25T01:38:43Z</dcterms:modified>
</cp:coreProperties>
</file>